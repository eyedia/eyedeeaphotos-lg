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Eyedeea Photos — UX Scenario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webOS TV · com.eyediatech.eyedeeaphotos · v1.0.3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Launch / device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launches to Eyedeea Photos device code screen (not web home)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XXX-XXX code for web activation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www.eyedeeaphotos.com/activate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shows Waiting for activation… while polling</a:t>
            </a:r>
            <a:endParaRPr lang="en-US" sz="1400" dirty="0"/>
          </a:p>
        </p:txBody>
      </p:sp>
      <p:pic>
        <p:nvPicPr>
          <p:cNvPr id="5" name="Image 0" descr="E:\Work\EyedeeaPhotos-LG\submission\screenshots\01-device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43891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is completed on phone/desktop — not inside the TV app.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Waiting for activation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polls until the code is entered on the web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shows remaining code lifetime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success, TV switches to slideshow within ~10 seconds</a:t>
            </a:r>
            <a:endParaRPr lang="en-US" sz="1400" dirty="0"/>
          </a:p>
        </p:txBody>
      </p:sp>
      <p:pic>
        <p:nvPicPr>
          <p:cNvPr id="5" name="Image 0" descr="E:\Work\EyedeeaPhotos-LG\submission\screenshots\02-wa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43891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must use a subscribed account with photos in the library.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Slideshow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family photo slideshow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overlay: title, date, location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Left/Right: previous / next (chrome hidden)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Up/Down: show controls; OK activates focused control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remote button (or gear + OK): Settings</a:t>
            </a:r>
            <a:endParaRPr lang="en-US" sz="1400" dirty="0"/>
          </a:p>
        </p:txBody>
      </p:sp>
      <p:pic>
        <p:nvPicPr>
          <p:cNvPr id="5" name="Image 0" descr="E:\Work\EyedeeaPhotos-LG\submission\screenshots\03-slides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43891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closes panels; from Settings returns to 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Settings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signed-in name and email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returns to slideshow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out clears session</a:t>
            </a:r>
            <a:endParaRPr lang="en-US" sz="1400" dirty="0"/>
          </a:p>
        </p:txBody>
      </p:sp>
      <p:pic>
        <p:nvPicPr>
          <p:cNvPr id="5" name="Image 0" descr="E:\Work\EyedeeaPhotos-LG\submission\screenshots\04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43891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in-app purchases or ads. Subscription is managed on the web.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After logout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device code issued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/activate instructions shown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must activate again to view photos</a:t>
            </a:r>
            <a:endParaRPr lang="en-US" sz="1400" dirty="0"/>
          </a:p>
        </p:txBody>
      </p:sp>
      <p:pic>
        <p:nvPicPr>
          <p:cNvPr id="5" name="Image 0" descr="E:\Work\EyedeeaPhotos-LG\submission\screenshots\05-log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43891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any Seller Lounge template instruction slides before upload.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Eyedeea Photos — UX Scenario (webOS TV)</dc:title>
  <dc:subject>LG Seller Lounge UX Scenario v1.0.3</dc:subject>
  <dc:creator>Eyedeea Tech</dc:creator>
  <cp:lastModifiedBy>Eyedeea Tech</cp:lastModifiedBy>
  <cp:revision>1</cp:revision>
  <dcterms:created xsi:type="dcterms:W3CDTF">2026-07-19T17:11:44Z</dcterms:created>
  <dcterms:modified xsi:type="dcterms:W3CDTF">2026-07-19T17:11:44Z</dcterms:modified>
</cp:coreProperties>
</file>